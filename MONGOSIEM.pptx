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94BB89-C2E1-49EF-B343-E18965B66507}" v="34" dt="2026-05-19T06:38:23.9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gothu Adhisheshu" userId="902c7c964947991f" providerId="LiveId" clId="{8EDF93B9-33E4-422E-A0F6-C216A20BACED}"/>
    <pc:docChg chg="undo custSel modSld">
      <pc:chgData name="Angothu Adhisheshu" userId="902c7c964947991f" providerId="LiveId" clId="{8EDF93B9-33E4-422E-A0F6-C216A20BACED}" dt="2026-05-19T06:38:23.909" v="76" actId="478"/>
      <pc:docMkLst>
        <pc:docMk/>
      </pc:docMkLst>
      <pc:sldChg chg="delSp">
        <pc:chgData name="Angothu Adhisheshu" userId="902c7c964947991f" providerId="LiveId" clId="{8EDF93B9-33E4-422E-A0F6-C216A20BACED}" dt="2026-05-19T06:36:44.087" v="47" actId="478"/>
        <pc:sldMkLst>
          <pc:docMk/>
          <pc:sldMk cId="4137541927" sldId="256"/>
        </pc:sldMkLst>
        <pc:picChg chg="del">
          <ac:chgData name="Angothu Adhisheshu" userId="902c7c964947991f" providerId="LiveId" clId="{8EDF93B9-33E4-422E-A0F6-C216A20BACED}" dt="2026-05-19T06:36:42.134" v="46" actId="478"/>
          <ac:picMkLst>
            <pc:docMk/>
            <pc:sldMk cId="4137541927" sldId="256"/>
            <ac:picMk id="1026" creationId="{2AF91371-4F25-575E-19E1-302F9BE8BCE0}"/>
          </ac:picMkLst>
        </pc:picChg>
        <pc:picChg chg="del">
          <ac:chgData name="Angothu Adhisheshu" userId="902c7c964947991f" providerId="LiveId" clId="{8EDF93B9-33E4-422E-A0F6-C216A20BACED}" dt="2026-05-19T06:36:44.087" v="47" actId="478"/>
          <ac:picMkLst>
            <pc:docMk/>
            <pc:sldMk cId="4137541927" sldId="256"/>
            <ac:picMk id="1028" creationId="{856A5CCA-7F14-DEB8-B187-1C32E8D84BF5}"/>
          </ac:picMkLst>
        </pc:picChg>
      </pc:sldChg>
      <pc:sldChg chg="delSp modSp mod">
        <pc:chgData name="Angothu Adhisheshu" userId="902c7c964947991f" providerId="LiveId" clId="{8EDF93B9-33E4-422E-A0F6-C216A20BACED}" dt="2026-05-19T06:36:49.686" v="49" actId="478"/>
        <pc:sldMkLst>
          <pc:docMk/>
          <pc:sldMk cId="3329136703" sldId="257"/>
        </pc:sldMkLst>
        <pc:spChg chg="mod">
          <ac:chgData name="Angothu Adhisheshu" userId="902c7c964947991f" providerId="LiveId" clId="{8EDF93B9-33E4-422E-A0F6-C216A20BACED}" dt="2026-05-15T06:22:08.241" v="36" actId="1076"/>
          <ac:spMkLst>
            <pc:docMk/>
            <pc:sldMk cId="3329136703" sldId="257"/>
            <ac:spMk id="3" creationId="{165DAF5B-B3C7-BDD3-5F18-7B461E3D41C7}"/>
          </ac:spMkLst>
        </pc:spChg>
        <pc:spChg chg="mod">
          <ac:chgData name="Angothu Adhisheshu" userId="902c7c964947991f" providerId="LiveId" clId="{8EDF93B9-33E4-422E-A0F6-C216A20BACED}" dt="2026-05-15T06:21:56.913" v="35" actId="5793"/>
          <ac:spMkLst>
            <pc:docMk/>
            <pc:sldMk cId="3329136703" sldId="257"/>
            <ac:spMk id="8" creationId="{DFF912D8-FC06-9CEC-6D11-756218571FD7}"/>
          </ac:spMkLst>
        </pc:spChg>
        <pc:picChg chg="del">
          <ac:chgData name="Angothu Adhisheshu" userId="902c7c964947991f" providerId="LiveId" clId="{8EDF93B9-33E4-422E-A0F6-C216A20BACED}" dt="2026-05-19T06:36:47.650" v="48" actId="478"/>
          <ac:picMkLst>
            <pc:docMk/>
            <pc:sldMk cId="3329136703" sldId="257"/>
            <ac:picMk id="4" creationId="{FB19FCB3-6AF3-5706-2E7B-9516E4459CDC}"/>
          </ac:picMkLst>
        </pc:picChg>
        <pc:picChg chg="del">
          <ac:chgData name="Angothu Adhisheshu" userId="902c7c964947991f" providerId="LiveId" clId="{8EDF93B9-33E4-422E-A0F6-C216A20BACED}" dt="2026-05-19T06:36:49.686" v="49" actId="478"/>
          <ac:picMkLst>
            <pc:docMk/>
            <pc:sldMk cId="3329136703" sldId="257"/>
            <ac:picMk id="5" creationId="{D97E1A59-1F07-C207-E407-02117E65EB19}"/>
          </ac:picMkLst>
        </pc:picChg>
      </pc:sldChg>
      <pc:sldChg chg="addSp delSp modSp mod">
        <pc:chgData name="Angothu Adhisheshu" userId="902c7c964947991f" providerId="LiveId" clId="{8EDF93B9-33E4-422E-A0F6-C216A20BACED}" dt="2026-05-19T06:37:07.338" v="53" actId="14100"/>
        <pc:sldMkLst>
          <pc:docMk/>
          <pc:sldMk cId="2480557454" sldId="258"/>
        </pc:sldMkLst>
        <pc:picChg chg="add mod">
          <ac:chgData name="Angothu Adhisheshu" userId="902c7c964947991f" providerId="LiveId" clId="{8EDF93B9-33E4-422E-A0F6-C216A20BACED}" dt="2026-05-19T06:37:07.338" v="53" actId="14100"/>
          <ac:picMkLst>
            <pc:docMk/>
            <pc:sldMk cId="2480557454" sldId="258"/>
            <ac:picMk id="9" creationId="{39861C0C-162E-5DC5-6410-3D0359829988}"/>
          </ac:picMkLst>
        </pc:picChg>
        <pc:picChg chg="add del mod">
          <ac:chgData name="Angothu Adhisheshu" userId="902c7c964947991f" providerId="LiveId" clId="{8EDF93B9-33E4-422E-A0F6-C216A20BACED}" dt="2026-05-19T06:36:52.881" v="50" actId="478"/>
          <ac:picMkLst>
            <pc:docMk/>
            <pc:sldMk cId="2480557454" sldId="258"/>
            <ac:picMk id="10" creationId="{93EDFBB6-6EAD-E870-FAF2-5D4DDE3CED9A}"/>
          </ac:picMkLst>
        </pc:picChg>
        <pc:picChg chg="add del mod">
          <ac:chgData name="Angothu Adhisheshu" userId="902c7c964947991f" providerId="LiveId" clId="{8EDF93B9-33E4-422E-A0F6-C216A20BACED}" dt="2026-05-19T06:36:54.830" v="51" actId="478"/>
          <ac:picMkLst>
            <pc:docMk/>
            <pc:sldMk cId="2480557454" sldId="258"/>
            <ac:picMk id="11" creationId="{036D4554-82A1-8577-E94B-2676C4731B7E}"/>
          </ac:picMkLst>
        </pc:picChg>
      </pc:sldChg>
      <pc:sldChg chg="delSp">
        <pc:chgData name="Angothu Adhisheshu" userId="902c7c964947991f" providerId="LiveId" clId="{8EDF93B9-33E4-422E-A0F6-C216A20BACED}" dt="2026-05-19T06:37:53.594" v="67" actId="478"/>
        <pc:sldMkLst>
          <pc:docMk/>
          <pc:sldMk cId="3212515422" sldId="259"/>
        </pc:sldMkLst>
        <pc:picChg chg="del">
          <ac:chgData name="Angothu Adhisheshu" userId="902c7c964947991f" providerId="LiveId" clId="{8EDF93B9-33E4-422E-A0F6-C216A20BACED}" dt="2026-05-19T06:37:51.754" v="66" actId="478"/>
          <ac:picMkLst>
            <pc:docMk/>
            <pc:sldMk cId="3212515422" sldId="259"/>
            <ac:picMk id="4" creationId="{2F4851E0-A059-D375-75CB-ABA1391DC423}"/>
          </ac:picMkLst>
        </pc:picChg>
        <pc:picChg chg="del">
          <ac:chgData name="Angothu Adhisheshu" userId="902c7c964947991f" providerId="LiveId" clId="{8EDF93B9-33E4-422E-A0F6-C216A20BACED}" dt="2026-05-19T06:37:53.594" v="67" actId="478"/>
          <ac:picMkLst>
            <pc:docMk/>
            <pc:sldMk cId="3212515422" sldId="259"/>
            <ac:picMk id="5" creationId="{87E67942-CD30-C5B4-46CE-CA77ABB2C218}"/>
          </ac:picMkLst>
        </pc:picChg>
      </pc:sldChg>
      <pc:sldChg chg="addSp delSp modSp mod">
        <pc:chgData name="Angothu Adhisheshu" userId="902c7c964947991f" providerId="LiveId" clId="{8EDF93B9-33E4-422E-A0F6-C216A20BACED}" dt="2026-05-19T06:37:22.367" v="59" actId="478"/>
        <pc:sldMkLst>
          <pc:docMk/>
          <pc:sldMk cId="3015529670" sldId="260"/>
        </pc:sldMkLst>
        <pc:spChg chg="mod">
          <ac:chgData name="Angothu Adhisheshu" userId="902c7c964947991f" providerId="LiveId" clId="{8EDF93B9-33E4-422E-A0F6-C216A20BACED}" dt="2026-05-19T06:37:16.895" v="56" actId="6549"/>
          <ac:spMkLst>
            <pc:docMk/>
            <pc:sldMk cId="3015529670" sldId="260"/>
            <ac:spMk id="6" creationId="{5F4F0A9E-7E43-AF2B-7420-CC1B96EFCED3}"/>
          </ac:spMkLst>
        </pc:spChg>
        <pc:picChg chg="add del">
          <ac:chgData name="Angothu Adhisheshu" userId="902c7c964947991f" providerId="LiveId" clId="{8EDF93B9-33E4-422E-A0F6-C216A20BACED}" dt="2026-05-19T06:37:20.491" v="58" actId="478"/>
          <ac:picMkLst>
            <pc:docMk/>
            <pc:sldMk cId="3015529670" sldId="260"/>
            <ac:picMk id="4" creationId="{587FDBAA-3FDD-1443-6347-B3E5827C6BD8}"/>
          </ac:picMkLst>
        </pc:picChg>
        <pc:picChg chg="del">
          <ac:chgData name="Angothu Adhisheshu" userId="902c7c964947991f" providerId="LiveId" clId="{8EDF93B9-33E4-422E-A0F6-C216A20BACED}" dt="2026-05-19T06:37:22.367" v="59" actId="478"/>
          <ac:picMkLst>
            <pc:docMk/>
            <pc:sldMk cId="3015529670" sldId="260"/>
            <ac:picMk id="5" creationId="{08F138F3-BDD7-79DD-B2E0-7295EB52E548}"/>
          </ac:picMkLst>
        </pc:picChg>
      </pc:sldChg>
      <pc:sldChg chg="addSp delSp modSp mod">
        <pc:chgData name="Angothu Adhisheshu" userId="902c7c964947991f" providerId="LiveId" clId="{8EDF93B9-33E4-422E-A0F6-C216A20BACED}" dt="2026-05-19T06:37:46.616" v="65" actId="14100"/>
        <pc:sldMkLst>
          <pc:docMk/>
          <pc:sldMk cId="1632981723" sldId="261"/>
        </pc:sldMkLst>
        <pc:picChg chg="add del mod">
          <ac:chgData name="Angothu Adhisheshu" userId="902c7c964947991f" providerId="LiveId" clId="{8EDF93B9-33E4-422E-A0F6-C216A20BACED}" dt="2026-05-19T06:37:30.781" v="61" actId="478"/>
          <ac:picMkLst>
            <pc:docMk/>
            <pc:sldMk cId="1632981723" sldId="261"/>
            <ac:picMk id="3" creationId="{0AD683EB-9276-3DD2-27ED-FF71A1C02302}"/>
          </ac:picMkLst>
        </pc:picChg>
        <pc:picChg chg="add del mod">
          <ac:chgData name="Angothu Adhisheshu" userId="902c7c964947991f" providerId="LiveId" clId="{8EDF93B9-33E4-422E-A0F6-C216A20BACED}" dt="2026-05-19T06:37:28.411" v="60" actId="478"/>
          <ac:picMkLst>
            <pc:docMk/>
            <pc:sldMk cId="1632981723" sldId="261"/>
            <ac:picMk id="4" creationId="{48C9E633-25E2-FE01-37D2-5B2DB8FE7EAF}"/>
          </ac:picMkLst>
        </pc:picChg>
        <pc:picChg chg="mod">
          <ac:chgData name="Angothu Adhisheshu" userId="902c7c964947991f" providerId="LiveId" clId="{8EDF93B9-33E4-422E-A0F6-C216A20BACED}" dt="2026-05-19T06:37:46.616" v="65" actId="14100"/>
          <ac:picMkLst>
            <pc:docMk/>
            <pc:sldMk cId="1632981723" sldId="261"/>
            <ac:picMk id="7" creationId="{97F653DB-38A2-8AB0-7DDB-1219ECA2A30C}"/>
          </ac:picMkLst>
        </pc:picChg>
      </pc:sldChg>
      <pc:sldChg chg="delSp modSp mod">
        <pc:chgData name="Angothu Adhisheshu" userId="902c7c964947991f" providerId="LiveId" clId="{8EDF93B9-33E4-422E-A0F6-C216A20BACED}" dt="2026-05-19T06:38:11.351" v="72" actId="14100"/>
        <pc:sldMkLst>
          <pc:docMk/>
          <pc:sldMk cId="1563070497" sldId="262"/>
        </pc:sldMkLst>
        <pc:picChg chg="del">
          <ac:chgData name="Angothu Adhisheshu" userId="902c7c964947991f" providerId="LiveId" clId="{8EDF93B9-33E4-422E-A0F6-C216A20BACED}" dt="2026-05-19T06:37:57.183" v="68" actId="478"/>
          <ac:picMkLst>
            <pc:docMk/>
            <pc:sldMk cId="1563070497" sldId="262"/>
            <ac:picMk id="4" creationId="{9EF7B6B4-2523-1BC9-33AA-9EE83A67F651}"/>
          </ac:picMkLst>
        </pc:picChg>
        <pc:picChg chg="del">
          <ac:chgData name="Angothu Adhisheshu" userId="902c7c964947991f" providerId="LiveId" clId="{8EDF93B9-33E4-422E-A0F6-C216A20BACED}" dt="2026-05-19T06:37:59.043" v="69" actId="478"/>
          <ac:picMkLst>
            <pc:docMk/>
            <pc:sldMk cId="1563070497" sldId="262"/>
            <ac:picMk id="5" creationId="{86C6DCFD-C39E-76DC-A7DE-6BB1886ECB94}"/>
          </ac:picMkLst>
        </pc:picChg>
        <pc:picChg chg="mod">
          <ac:chgData name="Angothu Adhisheshu" userId="902c7c964947991f" providerId="LiveId" clId="{8EDF93B9-33E4-422E-A0F6-C216A20BACED}" dt="2026-05-19T06:38:11.351" v="72" actId="14100"/>
          <ac:picMkLst>
            <pc:docMk/>
            <pc:sldMk cId="1563070497" sldId="262"/>
            <ac:picMk id="7" creationId="{F569095D-782B-BC5B-66FD-10ECA39E0460}"/>
          </ac:picMkLst>
        </pc:picChg>
      </pc:sldChg>
      <pc:sldChg chg="delSp">
        <pc:chgData name="Angothu Adhisheshu" userId="902c7c964947991f" providerId="LiveId" clId="{8EDF93B9-33E4-422E-A0F6-C216A20BACED}" dt="2026-05-19T06:38:23.909" v="76" actId="478"/>
        <pc:sldMkLst>
          <pc:docMk/>
          <pc:sldMk cId="1773744720" sldId="263"/>
        </pc:sldMkLst>
        <pc:picChg chg="del">
          <ac:chgData name="Angothu Adhisheshu" userId="902c7c964947991f" providerId="LiveId" clId="{8EDF93B9-33E4-422E-A0F6-C216A20BACED}" dt="2026-05-19T06:38:22.143" v="75" actId="478"/>
          <ac:picMkLst>
            <pc:docMk/>
            <pc:sldMk cId="1773744720" sldId="263"/>
            <ac:picMk id="4" creationId="{F72B6C48-746B-9193-9032-86DD44BCADCA}"/>
          </ac:picMkLst>
        </pc:picChg>
        <pc:picChg chg="del">
          <ac:chgData name="Angothu Adhisheshu" userId="902c7c964947991f" providerId="LiveId" clId="{8EDF93B9-33E4-422E-A0F6-C216A20BACED}" dt="2026-05-19T06:38:23.909" v="76" actId="478"/>
          <ac:picMkLst>
            <pc:docMk/>
            <pc:sldMk cId="1773744720" sldId="263"/>
            <ac:picMk id="5" creationId="{CB0AC1D0-09CA-2590-3744-FA2D36E4960E}"/>
          </ac:picMkLst>
        </pc:picChg>
      </pc:sldChg>
      <pc:sldChg chg="delSp">
        <pc:chgData name="Angothu Adhisheshu" userId="902c7c964947991f" providerId="LiveId" clId="{8EDF93B9-33E4-422E-A0F6-C216A20BACED}" dt="2026-05-19T06:38:16.901" v="74" actId="478"/>
        <pc:sldMkLst>
          <pc:docMk/>
          <pc:sldMk cId="3402407629" sldId="264"/>
        </pc:sldMkLst>
        <pc:picChg chg="del">
          <ac:chgData name="Angothu Adhisheshu" userId="902c7c964947991f" providerId="LiveId" clId="{8EDF93B9-33E4-422E-A0F6-C216A20BACED}" dt="2026-05-19T06:38:14.866" v="73" actId="478"/>
          <ac:picMkLst>
            <pc:docMk/>
            <pc:sldMk cId="3402407629" sldId="264"/>
            <ac:picMk id="4" creationId="{C3C1C095-34A9-DB80-31B7-E7B363C93062}"/>
          </ac:picMkLst>
        </pc:picChg>
        <pc:picChg chg="del">
          <ac:chgData name="Angothu Adhisheshu" userId="902c7c964947991f" providerId="LiveId" clId="{8EDF93B9-33E4-422E-A0F6-C216A20BACED}" dt="2026-05-19T06:38:16.901" v="74" actId="478"/>
          <ac:picMkLst>
            <pc:docMk/>
            <pc:sldMk cId="3402407629" sldId="264"/>
            <ac:picMk id="5" creationId="{64DBEF69-2B18-7537-125F-A19C22FA836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65EC-2BE0-4F0B-A1EC-D8E831E33C8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00B47-DB63-4EF0-8D28-CB3B8C705D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527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65EC-2BE0-4F0B-A1EC-D8E831E33C8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00B47-DB63-4EF0-8D28-CB3B8C705D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451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65EC-2BE0-4F0B-A1EC-D8E831E33C8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00B47-DB63-4EF0-8D28-CB3B8C705D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715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65EC-2BE0-4F0B-A1EC-D8E831E33C8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00B47-DB63-4EF0-8D28-CB3B8C705D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513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65EC-2BE0-4F0B-A1EC-D8E831E33C8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00B47-DB63-4EF0-8D28-CB3B8C705D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733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65EC-2BE0-4F0B-A1EC-D8E831E33C8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00B47-DB63-4EF0-8D28-CB3B8C705D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585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65EC-2BE0-4F0B-A1EC-D8E831E33C8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00B47-DB63-4EF0-8D28-CB3B8C705D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349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65EC-2BE0-4F0B-A1EC-D8E831E33C8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00B47-DB63-4EF0-8D28-CB3B8C705D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731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65EC-2BE0-4F0B-A1EC-D8E831E33C8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00B47-DB63-4EF0-8D28-CB3B8C705D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71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65EC-2BE0-4F0B-A1EC-D8E831E33C8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00B47-DB63-4EF0-8D28-CB3B8C705D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911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65EC-2BE0-4F0B-A1EC-D8E831E33C8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00B47-DB63-4EF0-8D28-CB3B8C705D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0198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65EC-2BE0-4F0B-A1EC-D8E831E33C8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00B47-DB63-4EF0-8D28-CB3B8C705D77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7167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65EC-2BE0-4F0B-A1EC-D8E831E33C8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00B47-DB63-4EF0-8D28-CB3B8C705D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2541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65EC-2BE0-4F0B-A1EC-D8E831E33C8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00B47-DB63-4EF0-8D28-CB3B8C705D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3067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65EC-2BE0-4F0B-A1EC-D8E831E33C8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00B47-DB63-4EF0-8D28-CB3B8C705D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437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65EC-2BE0-4F0B-A1EC-D8E831E33C8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00B47-DB63-4EF0-8D28-CB3B8C705D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1477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65EC-2BE0-4F0B-A1EC-D8E831E33C8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00B47-DB63-4EF0-8D28-CB3B8C705D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49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F0265EC-2BE0-4F0B-A1EC-D8E831E33C8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300B47-DB63-4EF0-8D28-CB3B8C705D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7559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C210A-5EB7-17BA-D09C-BF9D28DD4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1431" y="1293096"/>
            <a:ext cx="9430091" cy="1675853"/>
          </a:xfrm>
        </p:spPr>
        <p:txBody>
          <a:bodyPr/>
          <a:lstStyle/>
          <a:p>
            <a:r>
              <a:rPr lang="en-US" sz="4800" b="1" dirty="0"/>
              <a:t>MongoDB Log Anomaly &amp; Security Monitor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7A2C40-A3BA-6A71-8927-A8C9AE8236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0517" y="4254416"/>
            <a:ext cx="4705070" cy="861420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/>
                </a:solidFill>
              </a:rPr>
              <a:t>--Angothu Adhisheshu</a:t>
            </a:r>
          </a:p>
        </p:txBody>
      </p:sp>
    </p:spTree>
    <p:extLst>
      <p:ext uri="{BB962C8B-B14F-4D97-AF65-F5344CB8AC3E}">
        <p14:creationId xmlns:p14="http://schemas.microsoft.com/office/powerpoint/2010/main" val="4137541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35DC3-C2E8-675F-62F8-2816A4788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2747" y="192320"/>
            <a:ext cx="9404723" cy="1400530"/>
          </a:xfrm>
        </p:spPr>
        <p:txBody>
          <a:bodyPr/>
          <a:lstStyle/>
          <a:p>
            <a:r>
              <a:rPr lang="en-IN" b="1" dirty="0"/>
              <a:t>Project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DAF5B-B3C7-BDD3-5F18-7B461E3D4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2777" y="1086715"/>
            <a:ext cx="5437106" cy="596541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1600" b="1" dirty="0"/>
              <a:t>Core Features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1600" dirty="0"/>
              <a:t>Real-time log monitoring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1600" dirty="0"/>
              <a:t>AI anomaly detection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1600" dirty="0"/>
              <a:t>NLP-based log classification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1600" dirty="0"/>
              <a:t>Interactive dashboard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1600" dirty="0"/>
              <a:t>Live alerts &amp; notifications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1600" dirty="0"/>
              <a:t>Role-based access control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1600" dirty="0"/>
              <a:t>Docker &amp; Kubernetes deployment </a:t>
            </a:r>
          </a:p>
          <a:p>
            <a:pPr marL="0" indent="0" algn="just">
              <a:buNone/>
            </a:pPr>
            <a:r>
              <a:rPr lang="en-IN" sz="1600" b="1" dirty="0"/>
              <a:t>Purpose:</a:t>
            </a:r>
            <a:r>
              <a:rPr lang="en-IN" sz="1600" dirty="0"/>
              <a:t> Centralized log ingestion, AI-driven anomaly detection, classification, alerting, and dashboarding for security/operational monitoring.</a:t>
            </a:r>
          </a:p>
          <a:p>
            <a:pPr marL="0" indent="0" algn="just">
              <a:buNone/>
            </a:pPr>
            <a:r>
              <a:rPr lang="en-IN" sz="1600" b="1" dirty="0"/>
              <a:t>Scope:</a:t>
            </a:r>
            <a:r>
              <a:rPr lang="en-IN" sz="1600" dirty="0"/>
              <a:t> Ingest logs, store in MongoDB, run ML/NLP models to detect anomalies/classify logs, surface alerts to users via backend APIs and frontend UI, and support notifications and dataset management.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IN" sz="16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FF912D8-FC06-9CEC-6D11-756218571FD7}"/>
              </a:ext>
            </a:extLst>
          </p:cNvPr>
          <p:cNvSpPr txBox="1">
            <a:spLocks/>
          </p:cNvSpPr>
          <p:nvPr/>
        </p:nvSpPr>
        <p:spPr>
          <a:xfrm>
            <a:off x="323510" y="1086715"/>
            <a:ext cx="5612318" cy="59654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just">
              <a:buNone/>
            </a:pPr>
            <a:r>
              <a:rPr lang="en-US" sz="1600" b="1" dirty="0"/>
              <a:t>Project Overview</a:t>
            </a:r>
          </a:p>
          <a:p>
            <a:pPr marL="0" indent="0" algn="just">
              <a:buNone/>
            </a:pPr>
            <a:r>
              <a:rPr lang="en-US" sz="1600" dirty="0"/>
              <a:t>AI-powered real-time monitoring platform for MongoDB logs that automatically detects: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600" dirty="0"/>
              <a:t>Security threats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600" dirty="0"/>
              <a:t>Anomalies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600" dirty="0"/>
              <a:t>Slow queries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600" dirty="0"/>
              <a:t>Performance issues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600" dirty="0"/>
              <a:t>Suspicious activities</a:t>
            </a:r>
          </a:p>
          <a:p>
            <a:pPr marL="0" indent="0" algn="just">
              <a:buNone/>
            </a:pPr>
            <a:r>
              <a:rPr lang="en-IN" sz="1600" b="1" dirty="0"/>
              <a:t>Users</a:t>
            </a:r>
          </a:p>
          <a:p>
            <a:r>
              <a:rPr lang="en-US" sz="1600" b="1" dirty="0"/>
              <a:t>Admin:</a:t>
            </a:r>
            <a:r>
              <a:rPr lang="en-US" sz="1600" dirty="0"/>
              <a:t> Full system control — manage users/roles, settings, model lifecycle, and all data (create/update/delete).</a:t>
            </a:r>
          </a:p>
          <a:p>
            <a:r>
              <a:rPr lang="en-US" sz="1600" b="1" dirty="0"/>
              <a:t>Analyst (User):</a:t>
            </a:r>
            <a:r>
              <a:rPr lang="en-US" sz="1600" dirty="0"/>
              <a:t> Investigate and triage alerts, annotate/resolve anomalies, run searches, and request model retraining.</a:t>
            </a:r>
          </a:p>
          <a:p>
            <a:r>
              <a:rPr lang="en-US" sz="1600" b="1" dirty="0"/>
              <a:t>Viewer:</a:t>
            </a:r>
            <a:r>
              <a:rPr lang="en-US" sz="1600" dirty="0"/>
              <a:t> Read-only access to dashboards, logs, and alert summaries without modification rights.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329136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C8E05-2F39-C780-D852-1708F5CAA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1891" y="192320"/>
            <a:ext cx="9404723" cy="1400530"/>
          </a:xfrm>
        </p:spPr>
        <p:txBody>
          <a:bodyPr/>
          <a:lstStyle/>
          <a:p>
            <a:r>
              <a:rPr lang="en-IN" b="1" dirty="0"/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CC2E3-A5DD-57EC-91CE-F761E563E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10" y="981075"/>
            <a:ext cx="4730271" cy="596541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1400" b="1" dirty="0"/>
              <a:t>Frontend: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400" dirty="0">
                <a:latin typeface="Arial" panose="020B0604020202020204" pitchFamily="34" charset="0"/>
              </a:rPr>
              <a:t>React.js — Used for building the frontend user interface and dashboards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400" dirty="0">
                <a:latin typeface="Arial" panose="020B0604020202020204" pitchFamily="34" charset="0"/>
              </a:rPr>
              <a:t>Vite — Used as the frontend development and build tool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400" dirty="0">
                <a:latin typeface="Arial" panose="020B0604020202020204" pitchFamily="34" charset="0"/>
              </a:rPr>
              <a:t>Tailwind CSS — Used for responsive UI styling and modern design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400" dirty="0">
                <a:latin typeface="Arial" panose="020B0604020202020204" pitchFamily="34" charset="0"/>
              </a:rPr>
              <a:t>Socket.IO Client — Used for real-time logs, alerts, and anomaly updates </a:t>
            </a:r>
          </a:p>
          <a:p>
            <a:pPr marL="0" indent="0" algn="just">
              <a:buNone/>
            </a:pPr>
            <a:r>
              <a:rPr lang="en-IN" sz="1400" b="1" dirty="0"/>
              <a:t>Backend: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400" dirty="0">
                <a:latin typeface="Arial" panose="020B0604020202020204" pitchFamily="34" charset="0"/>
              </a:rPr>
              <a:t>Node.js — Backend runtime environment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400" dirty="0">
                <a:latin typeface="Arial" panose="020B0604020202020204" pitchFamily="34" charset="0"/>
              </a:rPr>
              <a:t>Express.js — Used for building REST APIs and backend services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400" dirty="0">
                <a:latin typeface="Arial" panose="020B0604020202020204" pitchFamily="34" charset="0"/>
              </a:rPr>
              <a:t>JWT Authentication — Used for secure authentication and authorization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400" dirty="0">
                <a:latin typeface="Arial" panose="020B0604020202020204" pitchFamily="34" charset="0"/>
              </a:rPr>
              <a:t>REST APIs — Used for communication between frontend, backend, and AI service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400" dirty="0">
                <a:latin typeface="Arial" panose="020B0604020202020204" pitchFamily="34" charset="0"/>
              </a:rPr>
              <a:t>Socket.IO Server — Used for real-time communication and live monitoring </a:t>
            </a:r>
          </a:p>
          <a:p>
            <a:pPr marL="0" indent="0" algn="just">
              <a:buNone/>
            </a:pPr>
            <a:r>
              <a:rPr lang="en-IN" sz="1400" b="1" dirty="0"/>
              <a:t>Database: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400" dirty="0">
                <a:latin typeface="Arial" panose="020B0604020202020204" pitchFamily="34" charset="0"/>
              </a:rPr>
              <a:t>MongoDB — Main database used for storing logs, anomalies, alerts, reports, and users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400" dirty="0">
                <a:latin typeface="Arial" panose="020B0604020202020204" pitchFamily="34" charset="0"/>
              </a:rPr>
              <a:t>Mongoose — Used for MongoDB schema and model management 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70FBA59-56D0-1E95-E16B-1D798D414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10" y="35335"/>
            <a:ext cx="201930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81F0FC-6267-D4A6-C302-0F40F6E572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1522" y="-1810"/>
            <a:ext cx="1268361" cy="1268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7740DEA-79F3-4FCB-63AD-ABF393EC8100}"/>
              </a:ext>
            </a:extLst>
          </p:cNvPr>
          <p:cNvSpPr txBox="1">
            <a:spLocks/>
          </p:cNvSpPr>
          <p:nvPr/>
        </p:nvSpPr>
        <p:spPr>
          <a:xfrm>
            <a:off x="5272162" y="981075"/>
            <a:ext cx="4132582" cy="55278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just">
              <a:buNone/>
            </a:pPr>
            <a:r>
              <a:rPr lang="en-IN" sz="1400" b="1" dirty="0"/>
              <a:t>AI / Machine Learning: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400" dirty="0">
                <a:latin typeface="Arial" panose="020B0604020202020204" pitchFamily="34" charset="0"/>
              </a:rPr>
              <a:t>Python — Used for AI and machine learning services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400" dirty="0" err="1">
                <a:latin typeface="Arial" panose="020B0604020202020204" pitchFamily="34" charset="0"/>
              </a:rPr>
              <a:t>FastAPI</a:t>
            </a:r>
            <a:r>
              <a:rPr lang="en-US" altLang="en-US" sz="1400" dirty="0">
                <a:latin typeface="Arial" panose="020B0604020202020204" pitchFamily="34" charset="0"/>
              </a:rPr>
              <a:t> — Used to create AI microservice APIs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400" dirty="0">
                <a:latin typeface="Arial" panose="020B0604020202020204" pitchFamily="34" charset="0"/>
              </a:rPr>
              <a:t>scikit-learn — Used for anomaly detection models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400" dirty="0" err="1">
                <a:latin typeface="Arial" panose="020B0604020202020204" pitchFamily="34" charset="0"/>
              </a:rPr>
              <a:t>spaCy</a:t>
            </a:r>
            <a:r>
              <a:rPr lang="en-US" altLang="en-US" sz="1400" dirty="0">
                <a:latin typeface="Arial" panose="020B0604020202020204" pitchFamily="34" charset="0"/>
              </a:rPr>
              <a:t> — Used for NLP-based log classification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400" dirty="0">
                <a:latin typeface="Arial" panose="020B0604020202020204" pitchFamily="34" charset="0"/>
              </a:rPr>
              <a:t>NumPy — Used for numerical and machine learning operations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400" dirty="0">
                <a:latin typeface="Arial" panose="020B0604020202020204" pitchFamily="34" charset="0"/>
              </a:rPr>
              <a:t>NLTK — Not used in the current implementation </a:t>
            </a:r>
          </a:p>
          <a:p>
            <a:pPr marL="0" indent="0" algn="just">
              <a:buNone/>
            </a:pPr>
            <a:r>
              <a:rPr lang="en-IN" sz="1400" b="1" dirty="0"/>
              <a:t>DevOps &amp; Deployment: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400" dirty="0">
                <a:latin typeface="Arial" panose="020B0604020202020204" pitchFamily="34" charset="0"/>
              </a:rPr>
              <a:t>Docker — Used for containerizing frontend, backend, and AI services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400" dirty="0">
                <a:latin typeface="Arial" panose="020B0604020202020204" pitchFamily="34" charset="0"/>
              </a:rPr>
              <a:t>Kubernetes — Used for orchestration, scaling, and deployment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400" dirty="0">
                <a:latin typeface="Arial" panose="020B0604020202020204" pitchFamily="34" charset="0"/>
              </a:rPr>
              <a:t>NGINX — Used as reverse proxy and load balancer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400" dirty="0">
                <a:latin typeface="Arial" panose="020B0604020202020204" pitchFamily="34" charset="0"/>
              </a:rPr>
              <a:t>Apache Kafka — Used for real-time log streaming and message processing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400" dirty="0">
                <a:latin typeface="Arial" panose="020B0604020202020204" pitchFamily="34" charset="0"/>
              </a:rPr>
              <a:t>RabbitMQ — Not used in the current implementation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737E6E0-4C9A-433E-2323-0684A2068FBD}"/>
              </a:ext>
            </a:extLst>
          </p:cNvPr>
          <p:cNvSpPr txBox="1">
            <a:spLocks/>
          </p:cNvSpPr>
          <p:nvPr/>
        </p:nvSpPr>
        <p:spPr>
          <a:xfrm>
            <a:off x="5793773" y="1395967"/>
            <a:ext cx="5772490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337C98-6592-C77D-E7D2-1C84A5B41FAB}"/>
              </a:ext>
            </a:extLst>
          </p:cNvPr>
          <p:cNvSpPr txBox="1"/>
          <p:nvPr/>
        </p:nvSpPr>
        <p:spPr>
          <a:xfrm>
            <a:off x="9622939" y="1395967"/>
            <a:ext cx="26104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Technology Flow: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5B977E-6C20-D0CF-381E-6CB1CEA6022A}"/>
              </a:ext>
            </a:extLst>
          </p:cNvPr>
          <p:cNvSpPr txBox="1"/>
          <p:nvPr/>
        </p:nvSpPr>
        <p:spPr>
          <a:xfrm>
            <a:off x="9581534" y="2016380"/>
            <a:ext cx="2610466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MongoDB Logs</a:t>
            </a:r>
          </a:p>
          <a:p>
            <a:r>
              <a:rPr lang="en-IN" sz="1400" dirty="0"/>
              <a:t>      ↓</a:t>
            </a:r>
          </a:p>
          <a:p>
            <a:r>
              <a:rPr lang="en-IN" sz="1400" dirty="0"/>
              <a:t>Kafka Streaming</a:t>
            </a:r>
          </a:p>
          <a:p>
            <a:r>
              <a:rPr lang="en-IN" sz="1400" dirty="0"/>
              <a:t>      ↓</a:t>
            </a:r>
          </a:p>
          <a:p>
            <a:r>
              <a:rPr lang="en-IN" sz="1400" dirty="0"/>
              <a:t>Python AI Service</a:t>
            </a:r>
          </a:p>
          <a:p>
            <a:r>
              <a:rPr lang="en-IN" sz="1400" dirty="0"/>
              <a:t>      ↓</a:t>
            </a:r>
          </a:p>
          <a:p>
            <a:r>
              <a:rPr lang="en-IN" sz="1400" dirty="0"/>
              <a:t>Anomaly Detection &amp; NLP</a:t>
            </a:r>
          </a:p>
          <a:p>
            <a:r>
              <a:rPr lang="en-IN" sz="1400" dirty="0"/>
              <a:t>      ↓</a:t>
            </a:r>
          </a:p>
          <a:p>
            <a:r>
              <a:rPr lang="en-IN" sz="1400" dirty="0"/>
              <a:t>MongoDB Storage</a:t>
            </a:r>
          </a:p>
          <a:p>
            <a:r>
              <a:rPr lang="en-IN" sz="1400" dirty="0"/>
              <a:t>      ↓</a:t>
            </a:r>
          </a:p>
          <a:p>
            <a:r>
              <a:rPr lang="en-IN" sz="1400" dirty="0"/>
              <a:t>Node.js Backend APIs</a:t>
            </a:r>
          </a:p>
          <a:p>
            <a:r>
              <a:rPr lang="en-IN" sz="1400" dirty="0"/>
              <a:t>      ↓</a:t>
            </a:r>
          </a:p>
          <a:p>
            <a:r>
              <a:rPr lang="en-IN" sz="1400" dirty="0"/>
              <a:t>Socket.IO Real-Time Events</a:t>
            </a:r>
          </a:p>
          <a:p>
            <a:r>
              <a:rPr lang="en-IN" sz="1400" dirty="0"/>
              <a:t>      ↓</a:t>
            </a:r>
          </a:p>
          <a:p>
            <a:r>
              <a:rPr lang="en-IN" sz="1400" dirty="0"/>
              <a:t>React Dashboard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861C0C-162E-5DC5-6410-3D03598299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386" y="35336"/>
            <a:ext cx="11921228" cy="670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557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E4B5C-D80B-226E-2A2E-11452FE65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5160" y="308536"/>
            <a:ext cx="9404723" cy="1400530"/>
          </a:xfrm>
        </p:spPr>
        <p:txBody>
          <a:bodyPr/>
          <a:lstStyle/>
          <a:p>
            <a:r>
              <a:rPr lang="en-US" sz="3100" b="1" dirty="0"/>
              <a:t>How &amp; Where MongoDB and AI are Used?</a:t>
            </a:r>
            <a:endParaRPr lang="en-IN" sz="31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00F07-DAA2-9EC6-6182-8C6216613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17" y="946562"/>
            <a:ext cx="5012353" cy="58761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 dirty="0"/>
              <a:t>MongoDB Usage</a:t>
            </a:r>
          </a:p>
          <a:p>
            <a:r>
              <a:rPr lang="en-IN" sz="1600" dirty="0"/>
              <a:t>MongoDB is the main database used in the project </a:t>
            </a:r>
          </a:p>
          <a:p>
            <a:r>
              <a:rPr lang="en-IN" sz="1600" dirty="0"/>
              <a:t>Stores: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600" dirty="0"/>
              <a:t>Raw MongoDB logs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600" dirty="0"/>
              <a:t>Processed log data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600" dirty="0"/>
              <a:t>Detected anomalies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600" dirty="0"/>
              <a:t>Alerts &amp; notifications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600" dirty="0"/>
              <a:t>User details and settings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600" dirty="0"/>
              <a:t>SIEM training datasets </a:t>
            </a:r>
          </a:p>
          <a:p>
            <a:r>
              <a:rPr lang="en-IN" sz="1600" dirty="0"/>
              <a:t>MongoDB helps with: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600" dirty="0"/>
              <a:t>Real-time log storage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600" dirty="0"/>
              <a:t>Fast data retrieval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600" dirty="0"/>
              <a:t>Historical log analysis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600" dirty="0"/>
              <a:t>Scalable high-volume data handling</a:t>
            </a:r>
          </a:p>
          <a:p>
            <a:endParaRPr lang="en-IN" sz="16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F4F0A9E-7E43-AF2B-7420-CC1B96EFCED3}"/>
              </a:ext>
            </a:extLst>
          </p:cNvPr>
          <p:cNvSpPr txBox="1">
            <a:spLocks/>
          </p:cNvSpPr>
          <p:nvPr/>
        </p:nvSpPr>
        <p:spPr>
          <a:xfrm>
            <a:off x="5798642" y="892585"/>
            <a:ext cx="6317157" cy="60993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IN" sz="1600" b="1" dirty="0"/>
              <a:t>AI Usage</a:t>
            </a:r>
          </a:p>
          <a:p>
            <a:r>
              <a:rPr lang="en-IN" sz="1600" dirty="0"/>
              <a:t>AI service is built using Python + </a:t>
            </a:r>
            <a:r>
              <a:rPr lang="en-IN" sz="1600" dirty="0" err="1"/>
              <a:t>FastAPI</a:t>
            </a:r>
            <a:r>
              <a:rPr lang="en-IN" sz="1600" dirty="0"/>
              <a:t> </a:t>
            </a:r>
          </a:p>
          <a:p>
            <a:r>
              <a:rPr lang="en-IN" sz="1600" dirty="0"/>
              <a:t>AI </a:t>
            </a:r>
            <a:r>
              <a:rPr lang="en-IN" sz="1600" dirty="0" err="1"/>
              <a:t>analyzes</a:t>
            </a:r>
            <a:r>
              <a:rPr lang="en-IN" sz="1600" dirty="0"/>
              <a:t> MongoDB logs in real time </a:t>
            </a:r>
          </a:p>
          <a:p>
            <a:pPr marL="0" indent="0">
              <a:buNone/>
            </a:pPr>
            <a:r>
              <a:rPr lang="en-IN" sz="1600" b="1" dirty="0"/>
              <a:t>AI Components</a:t>
            </a:r>
          </a:p>
          <a:p>
            <a:r>
              <a:rPr lang="en-IN" sz="1600" dirty="0"/>
              <a:t>anomaly_detector.py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dirty="0"/>
              <a:t>Detects unusual activities and anomalies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dirty="0"/>
              <a:t>Uses Isolation Forest &amp; LOF algorithms </a:t>
            </a:r>
          </a:p>
          <a:p>
            <a:r>
              <a:rPr lang="en-IN" sz="1600" dirty="0"/>
              <a:t>log_classifier.py :   Uses NLP to classify logs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dirty="0"/>
              <a:t>Identifies: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dirty="0"/>
              <a:t>Security threats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dirty="0"/>
              <a:t>Slow queries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dirty="0"/>
              <a:t>Authentication failures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dirty="0"/>
              <a:t>Replication errors </a:t>
            </a:r>
          </a:p>
          <a:p>
            <a:r>
              <a:rPr lang="en-IN" sz="1600" dirty="0"/>
              <a:t>log_processor.py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dirty="0"/>
              <a:t>Parses and converts raw logs into AI-ready features</a:t>
            </a:r>
          </a:p>
        </p:txBody>
      </p:sp>
    </p:spTree>
    <p:extLst>
      <p:ext uri="{BB962C8B-B14F-4D97-AF65-F5344CB8AC3E}">
        <p14:creationId xmlns:p14="http://schemas.microsoft.com/office/powerpoint/2010/main" val="3015529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D8CAF-D485-EBA2-84BE-A2C718E04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7F653DB-38A2-8AB0-7DDB-1219ECA2A3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026347" cy="694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981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9C913-3E9F-A54B-2B3F-C889E6C69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3767" y="313221"/>
            <a:ext cx="9404723" cy="1400530"/>
          </a:xfrm>
        </p:spPr>
        <p:txBody>
          <a:bodyPr/>
          <a:lstStyle/>
          <a:p>
            <a:r>
              <a:rPr lang="en-IN" b="1" dirty="0"/>
              <a:t>Problem Statement &amp;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7A5FF-997E-9A99-CEE0-5F505ECA0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10" y="1049570"/>
            <a:ext cx="11544980" cy="555149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600" b="1" dirty="0">
                <a:latin typeface="+mn-lt"/>
              </a:rPr>
              <a:t>Problem Statement:</a:t>
            </a:r>
            <a:endParaRPr lang="en-US" altLang="en-US" sz="1600" dirty="0">
              <a:latin typeface="+mn-lt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+mn-lt"/>
              </a:rPr>
              <a:t>MongoDB generates huge volumes of logs continuously, making manual monitoring difficult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+mn-lt"/>
              </a:rPr>
              <a:t>Logs are noisy, complex, and contain mixed information from security, performance, and operational events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+mn-lt"/>
              </a:rPr>
              <a:t>Detecting real security threats and meaningful anomalies with low false-positive rates is challenging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+mn-lt"/>
              </a:rPr>
              <a:t>Critical incidents such as unauthorized access, slow queries, and replication failures may go unnoticed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+mn-lt"/>
              </a:rPr>
              <a:t>Operators need fast alerting, contextualized monitoring, and an auditable incident history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+mn-lt"/>
              </a:rPr>
              <a:t>AI/ML models require quality labeled datasets and historical logs for accurate detection and retraining 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IN" sz="1600" dirty="0">
              <a:latin typeface="+mn-lt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EC6428-D3E3-3CFD-5E53-5C9E318B370D}"/>
              </a:ext>
            </a:extLst>
          </p:cNvPr>
          <p:cNvSpPr txBox="1">
            <a:spLocks/>
          </p:cNvSpPr>
          <p:nvPr/>
        </p:nvSpPr>
        <p:spPr>
          <a:xfrm>
            <a:off x="323510" y="3141930"/>
            <a:ext cx="7335819" cy="41954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1400" b="1" dirty="0"/>
              <a:t>Proposed Solution:</a:t>
            </a:r>
            <a:endParaRPr lang="en-IN" sz="1400" dirty="0"/>
          </a:p>
          <a:p>
            <a:pPr marL="0" indent="0">
              <a:buNone/>
            </a:pPr>
            <a:r>
              <a:rPr lang="en-US" sz="1400" b="1" dirty="0"/>
              <a:t>MongoDB Log Anomaly &amp; Security Monitor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Collects MongoDB logs in real time through ingestion pipelines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Uses AI &amp; NLP models to preprocess, classify, and analyze logs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Detects anomalies, suspicious activities, and performance issues automatically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Stores raw logs, processed data, anomalies, and alerts in MongoDB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Provides real-time dashboards and live alerts using React and Socket.IO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Supports notifications through Email, Slack, Telegram, and in-app alerts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Uses feedback and labeled datasets stored in MongoDB to continuously improve AI models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412294-A80C-0FA0-657C-457B84DFB9E4}"/>
              </a:ext>
            </a:extLst>
          </p:cNvPr>
          <p:cNvSpPr txBox="1"/>
          <p:nvPr/>
        </p:nvSpPr>
        <p:spPr>
          <a:xfrm>
            <a:off x="7659329" y="3358911"/>
            <a:ext cx="60960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Log Ingestion</a:t>
            </a:r>
          </a:p>
          <a:p>
            <a:r>
              <a:rPr lang="en-IN" sz="1400" dirty="0"/>
              <a:t>      ↓</a:t>
            </a:r>
          </a:p>
          <a:p>
            <a:r>
              <a:rPr lang="en-IN" sz="1400" dirty="0"/>
              <a:t>MongoDB Storage</a:t>
            </a:r>
          </a:p>
          <a:p>
            <a:r>
              <a:rPr lang="en-IN" sz="1400" dirty="0"/>
              <a:t>      ↓</a:t>
            </a:r>
          </a:p>
          <a:p>
            <a:r>
              <a:rPr lang="en-IN" sz="1400" dirty="0"/>
              <a:t>AI Processing &amp; NLP Analysis</a:t>
            </a:r>
          </a:p>
          <a:p>
            <a:r>
              <a:rPr lang="en-IN" sz="1400" dirty="0"/>
              <a:t>      ↓</a:t>
            </a:r>
          </a:p>
          <a:p>
            <a:r>
              <a:rPr lang="en-IN" sz="1400" dirty="0"/>
              <a:t>Anomaly Detection</a:t>
            </a:r>
          </a:p>
          <a:p>
            <a:r>
              <a:rPr lang="en-IN" sz="1400" dirty="0"/>
              <a:t>      ↓</a:t>
            </a:r>
          </a:p>
          <a:p>
            <a:r>
              <a:rPr lang="en-IN" sz="1400" dirty="0"/>
              <a:t>Alert Generation</a:t>
            </a:r>
          </a:p>
          <a:p>
            <a:r>
              <a:rPr lang="en-IN" sz="1400" dirty="0"/>
              <a:t>      ↓</a:t>
            </a:r>
          </a:p>
          <a:p>
            <a:r>
              <a:rPr lang="en-IN" sz="1400" dirty="0"/>
              <a:t>Backend APIs</a:t>
            </a:r>
          </a:p>
          <a:p>
            <a:r>
              <a:rPr lang="en-IN" sz="1400" dirty="0"/>
              <a:t>      ↓</a:t>
            </a:r>
          </a:p>
          <a:p>
            <a:r>
              <a:rPr lang="en-IN" sz="1400" dirty="0"/>
              <a:t>React Dashboard &amp; Notifications</a:t>
            </a:r>
          </a:p>
          <a:p>
            <a:r>
              <a:rPr lang="en-IN" sz="1400" dirty="0"/>
              <a:t>      ↓</a:t>
            </a:r>
          </a:p>
          <a:p>
            <a:r>
              <a:rPr lang="en-IN" sz="1400" dirty="0"/>
              <a:t>Feedback &amp; Model Improvement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1DE81D-4795-8F5E-8FB4-5369698D87F4}"/>
              </a:ext>
            </a:extLst>
          </p:cNvPr>
          <p:cNvSpPr txBox="1"/>
          <p:nvPr/>
        </p:nvSpPr>
        <p:spPr>
          <a:xfrm>
            <a:off x="7361903" y="2907743"/>
            <a:ext cx="3591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System Flow</a:t>
            </a:r>
          </a:p>
        </p:txBody>
      </p:sp>
    </p:spTree>
    <p:extLst>
      <p:ext uri="{BB962C8B-B14F-4D97-AF65-F5344CB8AC3E}">
        <p14:creationId xmlns:p14="http://schemas.microsoft.com/office/powerpoint/2010/main" val="3212515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CA18E-D02F-4CED-5FA2-2ED7A945B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4485" y="72222"/>
            <a:ext cx="9404723" cy="1400530"/>
          </a:xfrm>
        </p:spPr>
        <p:txBody>
          <a:bodyPr/>
          <a:lstStyle/>
          <a:p>
            <a:r>
              <a:rPr lang="en-US" b="1" dirty="0"/>
              <a:t>How MongoDB Helps the AI</a:t>
            </a:r>
            <a:endParaRPr lang="en-IN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569095D-782B-BC5B-66FD-10ECA39E04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6" y="72223"/>
            <a:ext cx="11989836" cy="671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070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681EC-25CC-5F58-22BE-F381DD141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178B9-DE0C-C279-81FC-4284E82FB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0711" y="322393"/>
            <a:ext cx="9404723" cy="1400530"/>
          </a:xfrm>
        </p:spPr>
        <p:txBody>
          <a:bodyPr/>
          <a:lstStyle/>
          <a:p>
            <a:r>
              <a:rPr lang="en-IN" sz="3600" b="1" dirty="0"/>
              <a:t>Future Enhancements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1111565-0123-1246-4D47-9C459977D3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3798" y="1128052"/>
            <a:ext cx="5542202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Implement Advanced AI Models: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LSTM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Transformers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Deep Learning models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Integrate MongoDB Atlas Vector Search for: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Similarity detection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Root cause analysis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Add Explainable AI Features: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Feature importance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Prediction explanations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AI confidence analysis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Extend Multi-Database Support: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MySQL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PostgreSQL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Redis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4C68EE8-D150-F278-DD5B-3A188AB51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6547" y="851053"/>
            <a:ext cx="5433392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endParaRPr lang="en-US" altLang="en-US" sz="1800" dirty="0">
              <a:latin typeface="+mn-lt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+mn-lt"/>
              </a:rPr>
              <a:t>Add Cloud Platform Integrations: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800" dirty="0">
                <a:latin typeface="+mn-lt"/>
              </a:rPr>
              <a:t>AWS CloudWatch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800" dirty="0">
                <a:latin typeface="+mn-lt"/>
              </a:rPr>
              <a:t>Azure Monitor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800" dirty="0">
                <a:latin typeface="+mn-lt"/>
              </a:rPr>
              <a:t>Google Cloud Logging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+mn-lt"/>
              </a:rPr>
              <a:t>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+mn-lt"/>
              </a:rPr>
              <a:t>Implement AI Feedback Learning: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800" dirty="0">
                <a:latin typeface="+mn-lt"/>
              </a:rPr>
              <a:t>Users can label alerts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800" dirty="0">
                <a:latin typeface="+mn-lt"/>
              </a:rPr>
              <a:t>Continuous AI model improvement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800" dirty="0">
                <a:latin typeface="+mn-lt"/>
              </a:rPr>
              <a:t>Better anomaly detection accuracy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endParaRPr lang="en-US" altLang="en-US" sz="1800" dirty="0">
              <a:latin typeface="+mn-lt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+mn-lt"/>
              </a:rPr>
              <a:t>Improve Scalability &amp; Performance: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800" dirty="0">
                <a:latin typeface="+mn-lt"/>
              </a:rPr>
              <a:t>Kubernetes auto-scaling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800" dirty="0">
                <a:latin typeface="+mn-lt"/>
              </a:rPr>
              <a:t>Distributed Kafka streaming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800" dirty="0">
                <a:latin typeface="+mn-lt"/>
              </a:rPr>
              <a:t>MongoDB sharding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endParaRPr lang="en-US" altLang="en-US" sz="1800" dirty="0">
              <a:latin typeface="+mn-lt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+mn-lt"/>
              </a:rPr>
              <a:t>Build Advanced Analytics Dashboard: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800" dirty="0">
                <a:latin typeface="+mn-lt"/>
              </a:rPr>
              <a:t>Predictive insights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800" dirty="0">
                <a:latin typeface="+mn-lt"/>
              </a:rPr>
              <a:t>Threat trend analysis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800" dirty="0">
                <a:latin typeface="+mn-lt"/>
              </a:rPr>
              <a:t>Security heatmaps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endParaRPr lang="en-US" alt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2407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95C07-4D61-C2DB-1195-7DE50BEB7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0988" y="2565123"/>
            <a:ext cx="6987515" cy="1268361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737447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293</TotalTime>
  <Words>924</Words>
  <Application>Microsoft Office PowerPoint</Application>
  <PresentationFormat>Widescreen</PresentationFormat>
  <Paragraphs>172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Wingdings</vt:lpstr>
      <vt:lpstr>Wingdings 3</vt:lpstr>
      <vt:lpstr>Ion</vt:lpstr>
      <vt:lpstr>MongoDB Log Anomaly &amp; Security Monitor</vt:lpstr>
      <vt:lpstr>Project Details</vt:lpstr>
      <vt:lpstr>Technology Stack</vt:lpstr>
      <vt:lpstr>How &amp; Where MongoDB and AI are Used?</vt:lpstr>
      <vt:lpstr>PowerPoint Presentation</vt:lpstr>
      <vt:lpstr>Problem Statement &amp; Solution</vt:lpstr>
      <vt:lpstr>How MongoDB Helps the AI</vt:lpstr>
      <vt:lpstr>Future Enhancements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Angothu Adhisheshu</dc:creator>
  <cp:lastModifiedBy>Angothu Adhisheshu</cp:lastModifiedBy>
  <cp:revision>2</cp:revision>
  <dcterms:created xsi:type="dcterms:W3CDTF">2026-05-14T10:08:59Z</dcterms:created>
  <dcterms:modified xsi:type="dcterms:W3CDTF">2026-05-19T06:38:24Z</dcterms:modified>
</cp:coreProperties>
</file>